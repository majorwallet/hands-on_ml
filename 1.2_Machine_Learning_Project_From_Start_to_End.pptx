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AAC7F-9962-499A-B00B-5CDEBE167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545629-C904-465A-A0A2-5CDD1F05B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CE3122-83D5-43B5-9AC1-703FA12C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4DD-BDDE-431C-9E8F-15E75FE27D72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3542E3-7508-4DF9-8EDF-A75F77C18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D140E2-3D61-4895-BDC4-69F3AE4EC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A3E5-58F1-42C2-833E-E0BED36E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802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AB795-E3A2-43FD-9BB1-8DFD26E7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177D53-A5D7-4818-B7C4-2910FD527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8D662-9230-4942-95D7-8691FDC92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4DD-BDDE-431C-9E8F-15E75FE27D72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07BCA9-80F9-4AEE-821E-3CA01F63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BC2133-28F8-4E07-9637-6767A210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A3E5-58F1-42C2-833E-E0BED36E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3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B49CEC-7F32-48E6-BACD-73C8340A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A25B9F-A470-47BA-B7A3-3C9C66928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1C3601-B426-4AE8-8D2E-2D735B355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4DD-BDDE-431C-9E8F-15E75FE27D72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8D1A1B-6120-444D-8D6F-705AC4E84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78B389-603B-40B3-ABA8-6DE7E214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A3E5-58F1-42C2-833E-E0BED36E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976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4CF60-E316-4ACD-AF12-322A47BE5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9A3E98-A9AF-4034-ADBB-7D1D6BF1F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3E5594-39C2-4BB5-81CA-DC2969F82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690834-D387-4670-B62D-AC1CDAA29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4DD-BDDE-431C-9E8F-15E75FE27D72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A5A951-D2D2-40CE-B7FA-DF689B5BA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186677-25CE-4E8A-B2DA-CB8BBE4E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A3E5-58F1-42C2-833E-E0BED36E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874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4507A-0BB9-4CF7-8A84-40CD1F088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1844F1-1FA1-4193-B437-E9B2C945F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758AF8-4D6C-4046-A676-C1315CA56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99D5D6-4EE5-4DB4-97D5-3F4FCA795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3232EB-2839-4CCE-AA04-08FDFE77AE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562097-D775-4626-8CF1-6A1835DB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4DD-BDDE-431C-9E8F-15E75FE27D72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489A138-A2D0-447E-AC5F-AEFE6B393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7E21C6-2F8B-4EA8-AA2D-E754F3FC1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A3E5-58F1-42C2-833E-E0BED36E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014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4D05B5-9AB4-441C-87B9-EF58AA13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AF3A7C-6BE0-45DE-8673-EF455590B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4DD-BDDE-431C-9E8F-15E75FE27D72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A1AAAF-CCB5-48C0-8382-2C15C019F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7FB993-EDF7-47EE-975E-D52A38894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A3E5-58F1-42C2-833E-E0BED36E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848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A442E2-508F-4D36-80A9-3E46037B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4DD-BDDE-431C-9E8F-15E75FE27D72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08FFFC-2C48-4CA2-89DB-008681CDA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2C86E1-3850-4275-972C-96993B15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A3E5-58F1-42C2-833E-E0BED36E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29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A8B9BD-B240-41C2-B779-A3B913CB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2C5528-E055-4AAC-AF54-ED05B6727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59FB27-B8EA-476D-9243-FD8B302FD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45F3F7-99FC-47E2-ACC6-8B7D92CB0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4DD-BDDE-431C-9E8F-15E75FE27D72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AE6B0A-324C-4431-A6EB-AA9940F74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996984-B609-415A-A9D2-CCBF925D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A3E5-58F1-42C2-833E-E0BED36E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849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863C93-18A5-42C7-8DA2-16644F046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2384B6-B857-4014-8516-C5734FB1D3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D6909B-FB63-4081-905A-2595398B2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D0D7FB-B3F9-461C-887D-4E3F48C02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4DD-BDDE-431C-9E8F-15E75FE27D72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ACDB7E-ABE0-4ED1-A789-FBEB97C29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555373-A464-4BF2-B1B3-850DD675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A3E5-58F1-42C2-833E-E0BED36E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8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677ED-086C-4DD3-91DB-B087180E9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72AE42-70BC-468D-8B6F-51D52B340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3CAEB9-8BDA-4679-8116-4C4786C13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4DD-BDDE-431C-9E8F-15E75FE27D72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7E8027-0AC6-4B66-8B58-CCC25754B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A180D4-343D-4A9F-8BF8-A3E45455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A3E5-58F1-42C2-833E-E0BED36E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15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75E85F-46D7-4C06-956F-27D341ED5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179CD1-54EC-4D9B-AEE8-38AE8B721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FE511F-129D-444F-B235-F9A24741D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4DD-BDDE-431C-9E8F-15E75FE27D72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38814B-D360-4D46-BED3-86FEA507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0B9C2E-D111-42A1-B698-67D263ED3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A3E5-58F1-42C2-833E-E0BED36E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152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AE2286-E88B-4C2C-86A4-2F066023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F0B8A1-F883-48B5-864F-B596BCFE8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FDB9FA-AB4C-4D8A-B27C-7CA871308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E54DD-BDDE-431C-9E8F-15E75FE27D72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A2A798-9C55-40EA-BB93-4EADE2773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0BD5FD-BDFA-48B2-B163-8B61B9D4E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BA3E5-58F1-42C2-833E-E0BED36E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742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2A2BB-7134-440B-8315-ED7A03EB1F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Machine</a:t>
            </a:r>
            <a:r>
              <a:rPr lang="ko-KR" altLang="en-US" dirty="0"/>
              <a:t> </a:t>
            </a:r>
            <a:r>
              <a:rPr lang="en-US" altLang="ko-KR" dirty="0"/>
              <a:t>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7CFD74-6791-4EB4-8425-37508A7F0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Machine Learning Project From Start to End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9D8A85E-7B7B-4508-88A2-C63796D5C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E341D7-24D7-48BB-86AC-43AFA9E16632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1195206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0DA252-2FFD-4CC9-BFDE-3CEE73FD7123}"/>
                  </a:ext>
                </a:extLst>
              </p:cNvPr>
              <p:cNvSpPr txBox="1"/>
              <p:nvPr/>
            </p:nvSpPr>
            <p:spPr>
              <a:xfrm>
                <a:off x="4362276" y="1463878"/>
                <a:ext cx="3945503" cy="1077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0DA252-2FFD-4CC9-BFDE-3CEE73FD7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76" y="1463878"/>
                <a:ext cx="3945503" cy="1077603"/>
              </a:xfrm>
              <a:prstGeom prst="rect">
                <a:avLst/>
              </a:prstGeom>
              <a:blipFill>
                <a:blip r:embed="rId2"/>
                <a:stretch>
                  <a:fillRect b="-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58F1CF-0635-4414-A747-40C83319B55C}"/>
                  </a:ext>
                </a:extLst>
              </p:cNvPr>
              <p:cNvSpPr txBox="1"/>
              <p:nvPr/>
            </p:nvSpPr>
            <p:spPr>
              <a:xfrm>
                <a:off x="4362276" y="2873229"/>
                <a:ext cx="3494482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58F1CF-0635-4414-A747-40C83319B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76" y="2873229"/>
                <a:ext cx="3494482" cy="7562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058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22</Words>
  <Application>Microsoft Office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Cambria Math</vt:lpstr>
      <vt:lpstr>Office 테마</vt:lpstr>
      <vt:lpstr>Machine Learning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신 주영</dc:creator>
  <cp:lastModifiedBy>신 주영</cp:lastModifiedBy>
  <cp:revision>3</cp:revision>
  <dcterms:created xsi:type="dcterms:W3CDTF">2022-04-18T05:17:38Z</dcterms:created>
  <dcterms:modified xsi:type="dcterms:W3CDTF">2022-04-18T14:37:26Z</dcterms:modified>
</cp:coreProperties>
</file>