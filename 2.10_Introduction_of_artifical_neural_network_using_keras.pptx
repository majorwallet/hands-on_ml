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767B7-169E-4FFE-9BD4-3B8D76B48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AA0BCB-AB93-4B38-B677-962E039B2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5E725-50DE-4AA1-AAED-0F6F453B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A04C2-105A-496A-B1E7-8D8BA85E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26877-4792-4C81-AF1A-A93E9487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77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19F4D-E648-4787-94FC-090282544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F57457-56D3-4026-9073-A5F8F1629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158A01-812F-49F6-BD84-A0FAC6CC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C44624-9B8F-4FE1-B0E5-C9C12EBE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87B2A1-FBE9-484E-8854-EF72DC82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65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85AE9-4254-46AE-813E-BC05BAF8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8296A8-1BB3-42B0-AFDC-E01265DD5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D45F5-828F-41B4-BD10-DDCD2B4A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A059C8-6A69-4DDB-926D-2A43F5ADC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8386E5-F67B-43AE-922C-3AE0B21B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42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D9BE6-8972-4292-ABAE-B4F308E3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D7406A-FF5D-4322-B304-776237019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0A73B1-C865-41AA-BF3C-6126BE029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5A98FE-E872-4533-905C-FF17BCCAA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4CE91A-F7F1-4220-96B8-5F4C0792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F9E29C-D403-4341-8A95-9062CB0B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01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DB4DE-21A8-4057-B4E7-85F9B4547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FE308D-1B48-442C-BC35-E29574C4A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C56AA4-FDA2-4054-A6DE-5D993FF91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F37B8C-A83C-4802-8700-B9B4B236E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24C172-4A16-4D76-934F-81439A900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78478E-0852-4847-AC23-B8AE7046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FF8F6B-C9B1-431E-B2CE-7E5355FE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53DFC9-785A-439D-AA41-E49B9B51B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82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CFD6D-6613-4383-8E9C-1307957F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A53B4A-F243-4B0C-8F5B-5DFD2640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265316-FCC1-450E-A15D-7FD7EF39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5A74F6-354F-44AD-B219-4B606447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6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368651-566F-4F18-8D6A-2B9FB40A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050CE0-C3CA-4B81-A78A-F6E4181F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A70C6-9DE5-4875-B573-7659BC2A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40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782A1-9D74-46A5-9752-717DAD0B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D7D51-444E-4939-BA9E-8A8D22D0C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892674-E5A7-4738-8D3A-7CBADAD48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A5F0BD-1F45-418A-91C8-019135C6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77308C-05E3-4006-B018-1A676EAB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402CC4-0EE2-407B-A402-2A6E440A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567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93B77-D71B-4B44-A764-6AD92B7A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3CF89B-DC80-4097-8C44-C4876FA03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84DFC4-16F3-4876-A537-D16BA9895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503807-C27A-4D2E-9D11-4C5D275B1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D05418-6152-4FF1-BDB6-745BCB07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1EE27-8C84-4AE4-AC77-897F80069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08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7B668-38BF-4B51-BACF-ADECF9F1D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023521-512E-43EC-B261-9FD4D7A90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D055D-0AC1-4706-89BD-61B21BE4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63703-1473-47BB-A380-63F79C81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6BDCE4-054B-4E3E-BE4B-EB4FC371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46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BDF12B-FE01-43D9-B37A-0D5964F2D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5ECB41-1D72-4768-B29F-E377607EE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B37A40-FC88-4264-9AB1-6A707E18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65533F-E87C-4572-ADE6-4B52896E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B7E4FA-F090-4BCD-B7EF-83147295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9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92CA26-3E4F-4A5D-86BE-2ECB810E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0B1127-DC43-45FC-815F-07E9A5759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C6E77B-E478-4AD3-9763-D76752869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93024-1E84-46C2-93A0-1733926A3E3E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BACE9-E171-4430-963B-FDF51099E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50F14-312D-412A-87E7-616074B5C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BA6B5-33B3-45DB-96F9-32876420E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F8279-3B86-45AB-A49C-33A05E6781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Neural Network and</a:t>
            </a:r>
            <a:br>
              <a:rPr lang="en-US" altLang="ko-KR" dirty="0"/>
            </a:br>
            <a:r>
              <a:rPr lang="en-US" altLang="ko-KR" dirty="0"/>
              <a:t>Deep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95F572-9204-4BA7-9014-0F635E70B3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Introduction of artificial neural network</a:t>
            </a:r>
            <a:br>
              <a:rPr lang="en-US" altLang="ko-KR" dirty="0"/>
            </a:br>
            <a:r>
              <a:rPr lang="en-US" altLang="ko-KR" dirty="0"/>
              <a:t>using </a:t>
            </a:r>
            <a:r>
              <a:rPr lang="en-US" altLang="ko-KR" dirty="0" err="1"/>
              <a:t>keras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16FD4-7F47-4BB4-8090-4E461B364BE4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B0F782-CDEE-4837-BAAD-FD250F9FF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85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79DA3B-CE18-407A-A433-74CC033100EF}"/>
                  </a:ext>
                </a:extLst>
              </p:cNvPr>
              <p:cNvSpPr txBox="1"/>
              <p:nvPr/>
            </p:nvSpPr>
            <p:spPr>
              <a:xfrm>
                <a:off x="5578679" y="1925273"/>
                <a:ext cx="2568588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h𝑒𝑎𝑣𝑖𝑠𝑖𝑑𝑒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79DA3B-CE18-407A-A433-74CC03310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679" y="1925273"/>
                <a:ext cx="2568588" cy="617861"/>
              </a:xfrm>
              <a:prstGeom prst="rect">
                <a:avLst/>
              </a:prstGeom>
              <a:blipFill>
                <a:blip r:embed="rId2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0C41ED-B291-4B5B-8413-888FC89932D9}"/>
                  </a:ext>
                </a:extLst>
              </p:cNvPr>
              <p:cNvSpPr txBox="1"/>
              <p:nvPr/>
            </p:nvSpPr>
            <p:spPr>
              <a:xfrm>
                <a:off x="5637402" y="2973897"/>
                <a:ext cx="2103333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sgn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0C41ED-B291-4B5B-8413-888FC8993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402" y="2973897"/>
                <a:ext cx="2103333" cy="8842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793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2548</TotalTime>
  <Words>26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Cambria Math</vt:lpstr>
      <vt:lpstr>Office 테마</vt:lpstr>
      <vt:lpstr>Neural Network and Deep Learning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신주영</dc:creator>
  <cp:lastModifiedBy>신주영</cp:lastModifiedBy>
  <cp:revision>6</cp:revision>
  <dcterms:created xsi:type="dcterms:W3CDTF">2022-04-21T09:12:18Z</dcterms:created>
  <dcterms:modified xsi:type="dcterms:W3CDTF">2022-04-23T03:40:46Z</dcterms:modified>
</cp:coreProperties>
</file>