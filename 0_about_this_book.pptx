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57" r:id="rId6"/>
    <p:sldId id="260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93146-20C1-4032-B803-20BFF095C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5DE00F-FCA1-4EF4-ADBE-3499A3426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44EB3-3CCC-4B43-ABF0-3F827E7B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9EBEA9-C11A-401E-8518-A712248B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3CB102-3674-4DE9-BEC1-8997E0D8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58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69679-A6E7-40CF-A530-481B3486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864C9A-9234-4A93-8A62-13FF2BB3B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8609D-5DA0-4530-BE88-0F62C0B83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1E619-A56B-423C-9652-B533BB87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A50BCA-79F1-4319-9826-C08141D7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DF154-2228-477B-B924-76A8C8CC5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A5BA6-F5A6-4E82-8971-5C80C6722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1F5AB-7B8C-4FBA-82EE-2D8CD131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15F1F-F7BB-426B-A90E-7F83B99F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761C03-A0A5-4D57-8EA1-D73F8200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86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ED8AC-FE68-42C4-812B-A567A2D2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5D780-DBB2-4B10-83AF-F816C1975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362FA6-597E-4758-AFAE-9F010F110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B0B255-FB87-4A4B-9595-2D6958F8A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DA888A-0EC6-4CAC-AC76-ED68BB0E3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118A41-FC99-4CCC-BDEA-5792F7ED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99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E8EAA-E9B3-4C39-8570-54E691D0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69E2C-19A1-4E68-BD29-D77740C4C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56B624-016D-470B-ABE8-3B33D6C3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E4554D-1899-46FF-B3E8-3327F9D7D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2EEA9F-F698-4F2D-9189-4A1C81098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172707-453E-4E61-ABF9-D15E25CD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950ED0-5516-4C92-BA11-EB4A87EC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D991BD-4172-4874-A9E0-9B0E6C7C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95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2C0BB-34F5-4DB9-8526-14AC4BA6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816706-2C5F-4EDD-AC56-BC8FE6F4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B062F7-E882-4228-BFFF-88E174AA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2A4BB8-F1D2-4B19-9E80-8B081F64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24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6098AB-1D5C-4BDE-A23E-B5416D947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B938B7F-AAE0-4F58-9BF4-8990F704F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6EFEB-68FB-48B0-977D-3BF89E2A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5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85546-31B1-43A2-97CA-95E23203F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40A201-6310-41A4-A579-2609C1F46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8EABBF-A5CC-416F-AE7A-0A5F2BC8E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4B1A0-B2F4-42C5-BA15-10D770AD6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810D7E-EDE4-48D5-93B1-AA4E34A5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0CB473-F180-46C4-A2CD-6B115A83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7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60E1E-35EB-494B-84CD-82FEC691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A8641C-CE6F-4073-A9E8-EA8E71B08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EF9490-1BCC-4E4E-9A1E-B2F6A238A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F011B8-0A2F-4ECD-B525-B0616008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16D3B8-9BDC-4A15-8CA4-1183955D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CFF45A-D3A1-408E-8628-D96FE6F5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71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BF47D-2B9A-494E-B083-E26FDB82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182B2E-3E3B-4C9F-9B2D-6E08CFD11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5EE622-A283-45DC-90CE-27E46445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D435C9-42DD-4437-BC97-14CE985D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7F9DC-ABEB-4443-A3BD-0CD1E233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09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8E9D79-B3AB-40C2-834B-03EB95E4E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DEFD8E-21BC-45E4-B6D0-2E030B45D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175B1F-EFEC-4AAD-9E37-23FB4C1C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592D1-4B92-4F04-8D32-47B1E4E3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AC6E7A-46F7-464D-9BE2-64B5D5FE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56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EAC119-7403-47B1-A0EB-DC7448E5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D49BAD-92E5-4E36-8EAB-8E534B3D8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0C2F1-1DB4-4814-99F0-29C7AF718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B72EA-32EC-4E3C-AF9F-7C9EAB9ACFEC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853F9-7D68-4D61-8B0C-D414A0991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165CC4-D8A0-4ED7-84B7-D1B07EBC3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BD9E-A9D0-40A5-ACCE-3E874E939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08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hyperlink" Target="https://homl.info/skdoc" TargetMode="External"/><Relationship Id="rId7" Type="http://schemas.openxmlformats.org/officeDocument/2006/relationships/hyperlink" Target="https://www.kaggle.com/" TargetMode="External"/><Relationship Id="rId2" Type="http://schemas.openxmlformats.org/officeDocument/2006/relationships/hyperlink" Target="https://homl.info/ngcours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eeplearning.net/" TargetMode="External"/><Relationship Id="rId5" Type="http://schemas.openxmlformats.org/officeDocument/2006/relationships/hyperlink" Target="https://homl.info/1" TargetMode="External"/><Relationship Id="rId4" Type="http://schemas.openxmlformats.org/officeDocument/2006/relationships/hyperlink" Target="https://www.dataquest.i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bviewer.jupyter.org/github/rickiepark/handson-ml2/tree/master" TargetMode="External"/><Relationship Id="rId2" Type="http://schemas.openxmlformats.org/officeDocument/2006/relationships/hyperlink" Target="https://github.com/rickiepark/handson-ml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5B9CA-4C7E-4B65-9E12-2B6C69E552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Hands-On</a:t>
            </a:r>
            <a:br>
              <a:rPr lang="en-US" altLang="ko-KR" dirty="0"/>
            </a:br>
            <a:r>
              <a:rPr lang="en-US" altLang="ko-KR" dirty="0"/>
              <a:t>Machine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EAA23C-B1CA-46DF-BA51-7D3704BBE9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With Scikit-Learn, </a:t>
            </a:r>
            <a:r>
              <a:rPr lang="en-US" altLang="ko-KR" dirty="0" err="1"/>
              <a:t>Keras</a:t>
            </a:r>
            <a:r>
              <a:rPr lang="en-US" altLang="ko-KR" dirty="0"/>
              <a:t> &amp; TensorFlow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AD345E-E488-4226-AE03-F730024CF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DCDFE5-26CB-44ED-B864-8F9C96AFEA20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333640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5B919-0505-4555-A5C8-CC347DB6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Author, Transferred tooth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3513B-9BD9-4973-835D-179796F10C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Author</a:t>
            </a:r>
            <a:endParaRPr lang="en-US" altLang="ko-KR" dirty="0"/>
          </a:p>
          <a:p>
            <a:r>
              <a:rPr lang="en-US" altLang="ko-KR" dirty="0" err="1"/>
              <a:t>Aurelien</a:t>
            </a:r>
            <a:r>
              <a:rPr lang="en-US" altLang="ko-KR" dirty="0"/>
              <a:t> </a:t>
            </a:r>
            <a:r>
              <a:rPr lang="en-US" altLang="ko-KR" dirty="0" err="1"/>
              <a:t>Geron</a:t>
            </a:r>
            <a:endParaRPr lang="en-US" altLang="ko-KR" dirty="0"/>
          </a:p>
          <a:p>
            <a:pPr lvl="1"/>
            <a:r>
              <a:rPr lang="en-US" altLang="ko-KR" dirty="0"/>
              <a:t>Machine Learning Consultant</a:t>
            </a:r>
          </a:p>
          <a:p>
            <a:pPr lvl="1"/>
            <a:r>
              <a:rPr lang="en-US" altLang="ko-KR" dirty="0"/>
              <a:t>Google YouTube Video Classification team leader</a:t>
            </a:r>
          </a:p>
          <a:p>
            <a:pPr lvl="1"/>
            <a:r>
              <a:rPr lang="en-US" altLang="ko-KR" dirty="0" err="1"/>
              <a:t>Wifirst</a:t>
            </a:r>
            <a:r>
              <a:rPr lang="en-US" altLang="ko-KR" dirty="0"/>
              <a:t> CTO</a:t>
            </a:r>
          </a:p>
          <a:p>
            <a:pPr lvl="1"/>
            <a:r>
              <a:rPr lang="en-US" altLang="ko-KR" dirty="0" err="1"/>
              <a:t>Polyconseil</a:t>
            </a:r>
            <a:r>
              <a:rPr lang="en-US" altLang="ko-KR" dirty="0"/>
              <a:t> CTO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FFA9B4-680E-47E6-AA0B-47C0F7EBE4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Transferred tooth</a:t>
            </a:r>
            <a:endParaRPr lang="en-US" altLang="ko-KR" dirty="0"/>
          </a:p>
          <a:p>
            <a:r>
              <a:rPr lang="ko-KR" altLang="en-US" dirty="0"/>
              <a:t>박해선</a:t>
            </a:r>
            <a:endParaRPr lang="en-US" altLang="ko-KR" dirty="0"/>
          </a:p>
          <a:p>
            <a:pPr lvl="1"/>
            <a:r>
              <a:rPr lang="ko-KR" altLang="en-US" dirty="0"/>
              <a:t>홍익대학교 기계공학과</a:t>
            </a:r>
            <a:endParaRPr lang="en-US" altLang="ko-KR" dirty="0"/>
          </a:p>
          <a:p>
            <a:pPr lvl="1"/>
            <a:r>
              <a:rPr lang="ko-KR" altLang="en-US" dirty="0"/>
              <a:t>방송통신대학교 컴퓨터과학과</a:t>
            </a:r>
            <a:endParaRPr lang="en-US" altLang="ko-KR" dirty="0"/>
          </a:p>
          <a:p>
            <a:pPr lvl="1"/>
            <a:r>
              <a:rPr lang="ko-KR" altLang="en-US" dirty="0"/>
              <a:t>방송통신대학원 정보과학과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D968FE-B504-4A16-9D57-8638A2493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6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04C4F-9816-4CF7-8ADB-53B9B897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br>
              <a:rPr lang="en-US" altLang="ko-KR" dirty="0"/>
            </a:br>
            <a:r>
              <a:rPr lang="en-US" altLang="ko-KR" sz="2400" dirty="0"/>
              <a:t>part 1. Machine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130A54-5DDA-45B7-A5D6-DF8C8178C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한눈에 보는 </a:t>
            </a:r>
            <a:r>
              <a:rPr lang="en-US" altLang="ko-KR" dirty="0"/>
              <a:t>Machine Learning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Machine Learning Project </a:t>
            </a:r>
            <a:r>
              <a:rPr lang="ko-KR" altLang="en-US" dirty="0"/>
              <a:t>처음부터 </a:t>
            </a:r>
            <a:r>
              <a:rPr lang="ko-KR" altLang="en-US" dirty="0" err="1"/>
              <a:t>끝가지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Classification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Model training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Support Vector Machine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Decision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Ensemble Learning</a:t>
            </a:r>
            <a:r>
              <a:rPr lang="ko-KR" altLang="en-US" dirty="0"/>
              <a:t>과 </a:t>
            </a:r>
            <a:r>
              <a:rPr lang="en-US" altLang="ko-KR" dirty="0"/>
              <a:t>Random Forest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Dimensionality reduction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Unsupervised Learning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8B33F3-FDE9-494A-AE7F-162A562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8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04C4F-9816-4CF7-8ADB-53B9B897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br>
              <a:rPr lang="en-US" altLang="ko-KR" dirty="0"/>
            </a:br>
            <a:r>
              <a:rPr lang="en-US" altLang="ko-KR" sz="2400" dirty="0"/>
              <a:t>part 2. Neural Network and Deep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130A54-5DDA-45B7-A5D6-DF8C8178C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 err="1"/>
              <a:t>Keras</a:t>
            </a:r>
            <a:r>
              <a:rPr lang="ko-KR" altLang="en-US" dirty="0"/>
              <a:t>를 사용한 </a:t>
            </a:r>
            <a:r>
              <a:rPr lang="en-US" altLang="ko-KR" dirty="0"/>
              <a:t>Neural Network </a:t>
            </a:r>
            <a:r>
              <a:rPr lang="ko-KR" altLang="en-US" dirty="0"/>
              <a:t>소개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Deep Neural Network </a:t>
            </a:r>
            <a:r>
              <a:rPr lang="ko-KR" altLang="en-US" dirty="0"/>
              <a:t>훈련하기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TensorFlow</a:t>
            </a:r>
            <a:r>
              <a:rPr lang="ko-KR" altLang="en-US" dirty="0"/>
              <a:t>를 사용한 사용자 정의 모델과 훈련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TensorFlow</a:t>
            </a:r>
            <a:r>
              <a:rPr lang="ko-KR" altLang="en-US" dirty="0"/>
              <a:t>에서 데이터 적재와 </a:t>
            </a:r>
            <a:r>
              <a:rPr lang="ko-KR" altLang="en-US" dirty="0" err="1"/>
              <a:t>전처리</a:t>
            </a:r>
            <a:r>
              <a:rPr lang="ko-KR" altLang="en-US" dirty="0"/>
              <a:t> 하기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Convolution Neural Network</a:t>
            </a:r>
            <a:r>
              <a:rPr lang="ko-KR" altLang="en-US" dirty="0"/>
              <a:t>를 사용한 컴퓨터 비전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RNN</a:t>
            </a:r>
            <a:r>
              <a:rPr lang="ko-KR" altLang="en-US" dirty="0"/>
              <a:t>과 </a:t>
            </a:r>
            <a:r>
              <a:rPr lang="en-US" altLang="ko-KR" dirty="0"/>
              <a:t>CNN</a:t>
            </a:r>
            <a:r>
              <a:rPr lang="ko-KR" altLang="en-US" dirty="0"/>
              <a:t>을 사용해 </a:t>
            </a:r>
            <a:r>
              <a:rPr lang="en-US" altLang="ko-KR" dirty="0"/>
              <a:t>sequence</a:t>
            </a:r>
            <a:r>
              <a:rPr lang="ko-KR" altLang="en-US" dirty="0"/>
              <a:t> 처리하기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RNN</a:t>
            </a:r>
            <a:r>
              <a:rPr lang="ko-KR" altLang="en-US" dirty="0"/>
              <a:t>과 </a:t>
            </a:r>
            <a:r>
              <a:rPr lang="ko-KR" altLang="en-US" dirty="0" err="1"/>
              <a:t>어텐션을</a:t>
            </a:r>
            <a:r>
              <a:rPr lang="ko-KR" altLang="en-US" dirty="0"/>
              <a:t> 사용한 </a:t>
            </a:r>
            <a:r>
              <a:rPr lang="en-US" altLang="ko-KR" dirty="0"/>
              <a:t>NLP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Auto Encoder </a:t>
            </a:r>
            <a:r>
              <a:rPr lang="ko-KR" altLang="en-US" dirty="0"/>
              <a:t>와 </a:t>
            </a:r>
            <a:r>
              <a:rPr lang="en-US" altLang="ko-KR" dirty="0"/>
              <a:t>GAN</a:t>
            </a:r>
            <a:r>
              <a:rPr lang="ko-KR" altLang="en-US" dirty="0"/>
              <a:t>을 사용한 표현 학습과 </a:t>
            </a:r>
            <a:r>
              <a:rPr lang="ko-KR" altLang="en-US" dirty="0" err="1"/>
              <a:t>생성적</a:t>
            </a:r>
            <a:r>
              <a:rPr lang="ko-KR" altLang="en-US" dirty="0"/>
              <a:t> 학습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Reinforcement </a:t>
            </a:r>
            <a:r>
              <a:rPr lang="en-US" altLang="ko-KR" dirty="0" err="1"/>
              <a:t>Traning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대규모 </a:t>
            </a:r>
            <a:r>
              <a:rPr lang="en-US" altLang="ko-KR" dirty="0"/>
              <a:t>TensorFlow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r>
              <a:rPr lang="ko-KR" altLang="en-US" dirty="0"/>
              <a:t> 훈련과 배포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FFE7AD-DC0C-46AC-8EC4-0AF5B683B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22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8A2F8-DBC9-4CE0-8DEB-7CD749DF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Framework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8E80C-93D5-4C8E-8BDA-BC2146639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Scikit-Learn: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It is easy to use and many machine learning algorithms are efficiently implemented. It's great to use when learning machine learning for the first time.</a:t>
            </a:r>
          </a:p>
          <a:p>
            <a:r>
              <a:rPr lang="en-US" altLang="ko-KR" dirty="0" err="1">
                <a:solidFill>
                  <a:srgbClr val="000000"/>
                </a:solidFill>
              </a:rPr>
              <a:t>Keras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high-level deep learning API. It is very easy to build, train, and execute neural networks.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>
                <a:solidFill>
                  <a:srgbClr val="000000"/>
                </a:solidFill>
              </a:rPr>
              <a:t>TensorFlow: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very complex library for calculating variance figures. By distributing computations on GPU servers, large neural networks can be effectively trained and executed.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4AC766-C9BE-464C-A40F-35E573A24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6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8A2F8-DBC9-4CE0-8DEB-7CD749DF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Necessary skills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8E80C-93D5-4C8E-8BDA-BC2146639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You need to already know </a:t>
            </a:r>
            <a:r>
              <a:rPr lang="en-US" altLang="ko-KR" dirty="0" err="1"/>
              <a:t>Numpy</a:t>
            </a:r>
            <a:r>
              <a:rPr lang="en-US" altLang="ko-KR" dirty="0"/>
              <a:t>, Pandas, Matplotlib</a:t>
            </a:r>
          </a:p>
          <a:p>
            <a:r>
              <a:rPr lang="en-US" altLang="ko-KR" dirty="0"/>
              <a:t>You also need to know calculus, linear algebra, probability, statistics</a:t>
            </a:r>
          </a:p>
          <a:p>
            <a:r>
              <a:rPr lang="en-US" altLang="ko-KR" dirty="0"/>
              <a:t>We’re going to use IDE as a </a:t>
            </a:r>
            <a:r>
              <a:rPr lang="en-US" altLang="ko-KR" dirty="0" err="1"/>
              <a:t>Jupyter</a:t>
            </a:r>
            <a:r>
              <a:rPr lang="en-US" altLang="ko-KR" dirty="0"/>
              <a:t> Notebook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4AC766-C9BE-464C-A40F-35E573A24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0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344C9-7D6C-40A0-B1FF-E5AC62DB8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Other materials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BF760-E43D-47C1-A49B-1C2F58A1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65110" cy="4351338"/>
          </a:xfrm>
        </p:spPr>
        <p:txBody>
          <a:bodyPr/>
          <a:lstStyle/>
          <a:p>
            <a:r>
              <a:rPr lang="en-US" altLang="ko-KR" dirty="0"/>
              <a:t>Scikit-learn lecture: </a:t>
            </a:r>
            <a:r>
              <a:rPr lang="en-US" altLang="ko-KR" dirty="0">
                <a:hlinkClick r:id="rId2"/>
              </a:rPr>
              <a:t>https://homl.info/ngcourse</a:t>
            </a:r>
            <a:endParaRPr lang="en-US" altLang="ko-KR" dirty="0"/>
          </a:p>
          <a:p>
            <a:r>
              <a:rPr lang="en-US" altLang="ko-KR" dirty="0"/>
              <a:t>Scikit-learn user guide: </a:t>
            </a:r>
            <a:r>
              <a:rPr lang="en-US" altLang="ko-KR" dirty="0">
                <a:hlinkClick r:id="rId3"/>
              </a:rPr>
              <a:t>https://homl.info/skdoc</a:t>
            </a:r>
            <a:endParaRPr lang="en-US" altLang="ko-KR" dirty="0"/>
          </a:p>
          <a:p>
            <a:r>
              <a:rPr lang="en-US" altLang="ko-KR" dirty="0"/>
              <a:t>Dataquest: </a:t>
            </a:r>
            <a:r>
              <a:rPr lang="en-US" altLang="ko-KR" dirty="0">
                <a:hlinkClick r:id="rId4"/>
              </a:rPr>
              <a:t>https://www.Dataquest.io/</a:t>
            </a:r>
            <a:endParaRPr lang="en-US" altLang="ko-KR" dirty="0"/>
          </a:p>
          <a:p>
            <a:r>
              <a:rPr lang="en-US" altLang="ko-KR" dirty="0"/>
              <a:t>Quora: </a:t>
            </a:r>
            <a:r>
              <a:rPr lang="en-US" altLang="ko-KR" dirty="0">
                <a:hlinkClick r:id="rId5"/>
              </a:rPr>
              <a:t>https://homl.info/1</a:t>
            </a:r>
            <a:endParaRPr lang="en-US" altLang="ko-KR" dirty="0"/>
          </a:p>
          <a:p>
            <a:r>
              <a:rPr lang="en-US" altLang="ko-KR" dirty="0"/>
              <a:t>Deep Learning web site: </a:t>
            </a:r>
            <a:r>
              <a:rPr lang="en-US" altLang="ko-KR" dirty="0">
                <a:hlinkClick r:id="rId6"/>
              </a:rPr>
              <a:t>http://deeplearning.net</a:t>
            </a:r>
            <a:endParaRPr lang="en-US" altLang="ko-KR" dirty="0"/>
          </a:p>
          <a:p>
            <a:r>
              <a:rPr lang="en-US" altLang="ko-KR" dirty="0"/>
              <a:t>Machine Learning Competition Website: </a:t>
            </a:r>
            <a:r>
              <a:rPr lang="en-US" altLang="ko-KR" dirty="0">
                <a:hlinkClick r:id="rId7"/>
              </a:rPr>
              <a:t>https://www.Kaggle.com</a:t>
            </a:r>
            <a:r>
              <a:rPr lang="en-US" altLang="ko-KR" dirty="0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4589ED-3999-4416-A018-072DF07AA2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0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7D621-2194-4883-9A45-8317ED03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CD4036-7C7B-4E93-8401-1DE50E20B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https://github.com/rickiepark/handson-ml2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https://nbviewer.jupyter.org/github/rickiepark/handson-ml2/tree/master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1A1307-D0D4-4644-916E-ED7BD737E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42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355</Words>
  <Application>Microsoft Office PowerPoint</Application>
  <PresentationFormat>와이드스크린</PresentationFormat>
  <Paragraphs>55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Hands-On Machine Learning</vt:lpstr>
      <vt:lpstr>Author, Transferred tooth</vt:lpstr>
      <vt:lpstr>Contents part 1. Machine Learning</vt:lpstr>
      <vt:lpstr>Contents part 2. Neural Network and Deep Learning</vt:lpstr>
      <vt:lpstr>Framework</vt:lpstr>
      <vt:lpstr>Necessary skills</vt:lpstr>
      <vt:lpstr>Other materials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Machine Learning</dc:title>
  <dc:creator>신 주영</dc:creator>
  <cp:lastModifiedBy>신 주영</cp:lastModifiedBy>
  <cp:revision>7</cp:revision>
  <dcterms:created xsi:type="dcterms:W3CDTF">2022-04-17T04:41:00Z</dcterms:created>
  <dcterms:modified xsi:type="dcterms:W3CDTF">2022-04-17T05:47:31Z</dcterms:modified>
</cp:coreProperties>
</file>